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6DC2AC-949E-471D-B84C-9C75C0819E47}" v="1" dt="2025-05-22T15:48:03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2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Vasquez" userId="e04b574d-0c45-4698-b37f-e98c5a1c8693" providerId="ADAL" clId="{746DC2AC-949E-471D-B84C-9C75C0819E47}"/>
    <pc:docChg chg="modSld">
      <pc:chgData name="Sergio Vasquez" userId="e04b574d-0c45-4698-b37f-e98c5a1c8693" providerId="ADAL" clId="{746DC2AC-949E-471D-B84C-9C75C0819E47}" dt="2025-05-22T15:48:13.202" v="10" actId="20577"/>
      <pc:docMkLst>
        <pc:docMk/>
      </pc:docMkLst>
      <pc:sldChg chg="addSp modSp mod">
        <pc:chgData name="Sergio Vasquez" userId="e04b574d-0c45-4698-b37f-e98c5a1c8693" providerId="ADAL" clId="{746DC2AC-949E-471D-B84C-9C75C0819E47}" dt="2025-05-22T15:48:13.202" v="10" actId="20577"/>
        <pc:sldMkLst>
          <pc:docMk/>
          <pc:sldMk cId="563021930" sldId="256"/>
        </pc:sldMkLst>
        <pc:spChg chg="add mod">
          <ac:chgData name="Sergio Vasquez" userId="e04b574d-0c45-4698-b37f-e98c5a1c8693" providerId="ADAL" clId="{746DC2AC-949E-471D-B84C-9C75C0819E47}" dt="2025-05-22T15:48:13.202" v="10" actId="20577"/>
          <ac:spMkLst>
            <pc:docMk/>
            <pc:sldMk cId="563021930" sldId="256"/>
            <ac:spMk id="12" creationId="{773B1F84-728A-7339-69F9-3EFFFB8DEF8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84703-6D5E-E28D-5640-5CB2249BE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45A1D2-1825-43C9-0E29-ADD411D7B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A2C929-10A4-3BF6-CBD2-10F7A95C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3040-8848-4DE6-A292-F269CE2A69D7}" type="datetimeFigureOut">
              <a:rPr lang="es-ES" smtClean="0"/>
              <a:t>22/05/2025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B184C2-C542-7BF5-BDD5-547B1D5D3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83A595-68A2-EDFE-BDC9-8C9E215B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01DA-967D-46D8-BBCC-BF695ACB4AC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986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9CEB1-275D-A2B0-6224-C9F42C6B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B43EDA-0F87-D8F9-E301-CFEEB8E44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F4EDE9-04A9-1146-9F63-A74F33364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3040-8848-4DE6-A292-F269CE2A69D7}" type="datetimeFigureOut">
              <a:rPr lang="es-ES" smtClean="0"/>
              <a:t>22/05/2025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ECD362-C923-D822-7CA3-3B8A9F1D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EFA3D0-CA9C-76A7-F350-97D444310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01DA-967D-46D8-BBCC-BF695ACB4AC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4867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04E9C-54F0-6AA2-07A4-40DDB8534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42524B-3D1B-156B-2163-54B8A21ED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DA1A0E-463E-281D-7FFA-EDA7BC9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3040-8848-4DE6-A292-F269CE2A69D7}" type="datetimeFigureOut">
              <a:rPr lang="es-ES" smtClean="0"/>
              <a:t>22/05/2025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7EDE07-A16F-40C0-3BAD-47736DE5A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12F1E0-64E5-EF61-7EE8-298188E01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01DA-967D-46D8-BBCC-BF695ACB4AC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688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377CF-318E-BF18-AA43-182C73C91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DDF4B9-C850-7F60-542B-84362F9BC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F95F12-1424-BCE4-C104-56FADA475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6B0791-4BD2-275E-EFDC-74A7DABC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3040-8848-4DE6-A292-F269CE2A69D7}" type="datetimeFigureOut">
              <a:rPr lang="es-ES" smtClean="0"/>
              <a:t>22/05/2025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44DE6C8-41A8-7803-A1C3-FCC3E6AFE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B55F56-8364-2A8D-B1C8-AF621897E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01DA-967D-46D8-BBCC-BF695ACB4AC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5727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7AA73-0936-C051-4F70-4265811D7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330F9A-0E47-9CE9-D788-3556D5F60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17D383-C9CF-EA7D-4A45-806C40CC1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89FACAB-D8A7-2DDC-98FA-CFF4376C0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E4929F-42D4-2AB6-B523-B882E387A5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0FE1165-01FE-B860-1999-4F4832211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3040-8848-4DE6-A292-F269CE2A69D7}" type="datetimeFigureOut">
              <a:rPr lang="es-ES" smtClean="0"/>
              <a:t>22/05/2025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112731F-CDE8-EC15-7985-8941730FD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7A3B9E2-3407-47CD-BB4B-1174D485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01DA-967D-46D8-BBCC-BF695ACB4AC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6362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7AC9F-7268-DDF0-5B4E-B16E6FD3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447EC16-BDD1-061D-BC2E-22E3B131A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3040-8848-4DE6-A292-F269CE2A69D7}" type="datetimeFigureOut">
              <a:rPr lang="es-ES" smtClean="0"/>
              <a:t>22/05/2025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AA9FD9A-E777-2EDC-2F78-4C9B28EB8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321DAB6-80E4-F636-9AE9-F2A11896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01DA-967D-46D8-BBCC-BF695ACB4AC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573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39DA52-6CA4-F902-A33E-329D442E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3040-8848-4DE6-A292-F269CE2A69D7}" type="datetimeFigureOut">
              <a:rPr lang="es-ES" smtClean="0"/>
              <a:t>22/05/2025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B92F50-4EFB-A6FD-4DA2-5AD8CB2D8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1CEE75-466C-563E-B446-ED59E14B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01DA-967D-46D8-BBCC-BF695ACB4AC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0020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0B0CE-89BB-E484-C856-DA3F9A879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8695E6-C231-A354-964B-3A084BEAF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9C4C8C-872F-D310-3417-2F95C6942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636AFA-6963-3D24-5DDE-46452370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3040-8848-4DE6-A292-F269CE2A69D7}" type="datetimeFigureOut">
              <a:rPr lang="es-ES" smtClean="0"/>
              <a:t>22/05/2025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775CF9-22A0-2F10-71A1-1878AD9E0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0D71DA-6EC3-1015-C79E-DF730331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01DA-967D-46D8-BBCC-BF695ACB4AC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4694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59A1C-BE27-28DB-97DC-7086169C4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5C830C9-381F-A01F-C22A-636B8E2A2E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5E8EB4-4FDE-7CD0-2F3D-85744B3B7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4EC37E-77DD-E1A1-F3C3-68BB04E6E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3040-8848-4DE6-A292-F269CE2A69D7}" type="datetimeFigureOut">
              <a:rPr lang="es-ES" smtClean="0"/>
              <a:t>22/05/2025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2C0154-3385-203F-4AD7-1E52032A2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DB459D-F05B-5EA8-8840-8C9F2D14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01DA-967D-46D8-BBCC-BF695ACB4AC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017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2D81B-3856-614D-B857-BACC82F13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E6C500-DBD7-AE9D-19F7-BBA133C7B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9FE782-8D3A-FCFC-8007-B9188C372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3040-8848-4DE6-A292-F269CE2A69D7}" type="datetimeFigureOut">
              <a:rPr lang="es-ES" smtClean="0"/>
              <a:t>22/05/2025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A5DF87-41D0-8A0C-BDA3-2DE357BCC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01F08D-C420-8E29-800A-9F3164E4A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01DA-967D-46D8-BBCC-BF695ACB4AC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5501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F257A8-6EC7-6442-84A8-38400AD34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47E82B-EBB5-ECE6-28AB-01D514ECE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30A4C9-638D-1346-13BC-294B25B91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3040-8848-4DE6-A292-F269CE2A69D7}" type="datetimeFigureOut">
              <a:rPr lang="es-ES" smtClean="0"/>
              <a:t>22/05/2025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926065-D109-C76B-7013-67DD1DEA4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326-509A-689A-5841-E6CF43A96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D01DA-967D-46D8-BBCC-BF695ACB4AC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316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475A953-C346-2ED9-D5DD-E1E5B888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822BAE-2C43-3A01-B57C-A4019E58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60056B-66C8-3C6C-1397-73E64ED32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23040-8848-4DE6-A292-F269CE2A69D7}" type="datetimeFigureOut">
              <a:rPr lang="es-ES" smtClean="0"/>
              <a:t>22/05/2025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BEE644-A18E-B890-2F5C-6AE423ABC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EA291B-AF5B-799B-DCFB-436FB0E68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D01DA-967D-46D8-BBCC-BF695ACB4AC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777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Huevo de color negro&#10;&#10;El contenido generado por IA puede ser incorrecto.">
            <a:extLst>
              <a:ext uri="{FF2B5EF4-FFF2-40B4-BE49-F238E27FC236}">
                <a16:creationId xmlns:a16="http://schemas.microsoft.com/office/drawing/2014/main" id="{7F71F668-ED8A-05FE-B9A6-AA8711E51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9" name="Imagen 8" descr="Huevo de color negro&#10;&#10;El contenido generado por IA puede ser incorrecto.">
            <a:extLst>
              <a:ext uri="{FF2B5EF4-FFF2-40B4-BE49-F238E27FC236}">
                <a16:creationId xmlns:a16="http://schemas.microsoft.com/office/drawing/2014/main" id="{C0AB337B-1D6F-8C85-39EB-4BF068223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11" name="Imagen 10" descr="Imagen que contiene oscuro, sostener, luz, pelota&#10;&#10;El contenido generado por IA puede ser incorrecto.">
            <a:extLst>
              <a:ext uri="{FF2B5EF4-FFF2-40B4-BE49-F238E27FC236}">
                <a16:creationId xmlns:a16="http://schemas.microsoft.com/office/drawing/2014/main" id="{C3CDF456-B079-0060-19A0-4AA51873E8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595" y="123378"/>
            <a:ext cx="6940417" cy="664431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73B1F84-728A-7339-69F9-3EFFFB8DEF85}"/>
              </a:ext>
            </a:extLst>
          </p:cNvPr>
          <p:cNvSpPr txBox="1"/>
          <p:nvPr/>
        </p:nvSpPr>
        <p:spPr>
          <a:xfrm>
            <a:off x="9610531" y="6494106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2025/05/01</a:t>
            </a:r>
          </a:p>
        </p:txBody>
      </p:sp>
    </p:spTree>
    <p:extLst>
      <p:ext uri="{BB962C8B-B14F-4D97-AF65-F5344CB8AC3E}">
        <p14:creationId xmlns:p14="http://schemas.microsoft.com/office/powerpoint/2010/main" val="5630219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Vasquez</dc:creator>
  <cp:lastModifiedBy>Sergio Vasquez</cp:lastModifiedBy>
  <cp:revision>1</cp:revision>
  <dcterms:created xsi:type="dcterms:W3CDTF">2025-05-22T15:06:59Z</dcterms:created>
  <dcterms:modified xsi:type="dcterms:W3CDTF">2025-05-22T15:48:21Z</dcterms:modified>
</cp:coreProperties>
</file>